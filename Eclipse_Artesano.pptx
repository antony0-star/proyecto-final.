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A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7B6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7B6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l"/>
          <p:cNvSpPr/>
          <p:nvPr/>
        </p:nvSpPr>
        <p:spPr>
          <a:xfrm>
            <a:off x="6035040" y="822960"/>
            <a:ext cx="2743200" cy="2743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eclipse"/>
          <p:cNvSpPr/>
          <p:nvPr/>
        </p:nvSpPr>
        <p:spPr>
          <a:xfrm>
            <a:off x="6583680" y="822960"/>
            <a:ext cx="2743200" cy="2743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ARTESANÍA CON IDENTIDAD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Eclipse Artesano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arte de crear algo único: análisis del sitio web de una tienda de artesanías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 qué trata el sitio?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Artesano es una tienda en línea de arte hecho a mano, inspirada en la cultura y la tradición. Cada pieza tiene una historia que contar.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846320" y="1280160"/>
            <a:ext cx="37490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280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Colecciones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846320" y="2377440"/>
            <a:ext cx="37490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Secciones de menú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46320" y="3474720"/>
            <a:ext cx="37490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3474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de compras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7B6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ESENCIA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que un producto, una historia.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Detrás de cada pieza hay tiempo, creatividad y dedicación. La misión: acercar el arte artesanal a las personas y valorar los pequeños detalles que hacen única a cada pieza.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del sitio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1874520" cy="265176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Portada con mensaje principal y botones de acción.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2606040" y="1371600"/>
            <a:ext cx="1874520" cy="265176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60604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colecciones con enlace a su propia página.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663440" y="1371600"/>
            <a:ext cx="1874520" cy="265176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Nosotros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60604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y esencia de la marca.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6720840" y="1371600"/>
            <a:ext cx="1874520" cy="265176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Contacto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60604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para comunicarse con la tienda.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7B6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portada: primera impresión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Mensaje principal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“El arte de crear algo único.”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imagen grande con degradado oscuro, una etiqueta “Artesanía con identidad” y dos botones: Explorar colección y Conocé nuestra historia.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3749040" cy="283464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0" y="17373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arte de crear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 único.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120640" y="320040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0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7B6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valores de la marca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Hecho a mano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pieza recibe atención especial.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91840" y="137160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FBE3CF"/>
          </a:solidFill>
          <a:ln w="12700">
            <a:solidFill>
              <a:srgbClr val="FBE3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Piezas únicas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6060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Diseños con personalidad y carácter.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35040" y="137160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Hecho con pasión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6060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Creatividad en cada detalle.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7B6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colecciones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accent4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Manos de barro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926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Piezas moldeadas con creatividad y dedicación.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Legado Maya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926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Diseños inspirados en una cultura milenaria.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accent5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de tejidos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926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Colores, hilos y diseños llenos de tradición.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7B6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1097280"/>
            <a:ext cx="2743200" cy="2743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852160" y="10972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Manos de barro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Artículos de barro moldeados a mano.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y tradición hechas objeto.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Página: barro.html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7B6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1097280"/>
            <a:ext cx="2743200" cy="2743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852160" y="10972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Legado Maya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 inspirado en una cultura milenaria.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Diseños que conectan con la historia.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Página: TRADICIONAL.HTML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1097280"/>
            <a:ext cx="2743200" cy="2743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852160" y="10972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de tejidos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Tejidos artesanales con hilos y colores vivos.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Tradición en cada diseño.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Página: telas.html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7B6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Carrito de compras interactivo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1874520" cy="228600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productos con nombre y precio.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2606040" y="1371600"/>
            <a:ext cx="1874520" cy="228600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6060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lateral con lista y total.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663440" y="1371600"/>
            <a:ext cx="1874520" cy="228600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Editar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6060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uno o vacía todo.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6720840" y="1371600"/>
            <a:ext cx="1874520" cy="228600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6060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Finalizar compra y confirmar.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 con JavaScript: el contador del menú se actualiza solo.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7B6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y tecnología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56032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Marrones tierra y naranja ámbar: una paleta cálida y artesanal.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3291840" y="1371600"/>
            <a:ext cx="256032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Tipografías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01168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Serif Display, Poppins y Permanent Marker para el logo.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035040" y="1371600"/>
            <a:ext cx="256032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01168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y JavaScript. Diseño adaptable a celular.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7B6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78308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1645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sitio claro que presenta arte artesanal con identidad.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51460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2377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colecciones que celebran la cultura y la tradición.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31089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carrito funcional listo para vender.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931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lipse Artesano">
  <a:themeElements>
    <a:clrScheme name="Eclipse Artesano">
      <a:dk1>
        <a:srgbClr val="2B1A10"/>
      </a:dk1>
      <a:lt1>
        <a:srgbClr val="FFFFFF"/>
      </a:lt1>
      <a:dk2>
        <a:srgbClr val="3A2114"/>
      </a:dk2>
      <a:lt2>
        <a:srgbClr val="F6EEE6"/>
      </a:lt2>
      <a:accent1>
        <a:srgbClr val="E76B13"/>
      </a:accent1>
      <a:accent2>
        <a:srgbClr val="F39E00"/>
      </a:accent2>
      <a:accent3>
        <a:srgbClr val="B86B35"/>
      </a:accent3>
      <a:accent4>
        <a:srgbClr val="6B3A1E"/>
      </a:accent4>
      <a:accent5>
        <a:srgbClr val="C8783D"/>
      </a:accent5>
      <a:accent6>
        <a:srgbClr val="8B7B6E"/>
      </a:accent6>
      <a:hlink>
        <a:srgbClr val="E76B13"/>
      </a:hlink>
      <a:folHlink>
        <a:srgbClr val="B86B35"/>
      </a:folHlink>
    </a:clrScheme>
    <a:fontScheme name="Eclipse Artesan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2026-10-19T15:09:38Z</dcterms:created>
  <dcterms:modified xsi:type="dcterms:W3CDTF">2026-10-19T15:09:38Z</dcterms:modified>
</cp:coreProperties>
</file>